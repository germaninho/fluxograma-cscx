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Roboto Black"/>
      <p:bold r:id="rId18"/>
      <p:boldItalic r:id="rId19"/>
    </p:embeddedFont>
    <p:embeddedFont>
      <p:font typeface="Roboto Medium"/>
      <p:regular r:id="rId20"/>
      <p:bold r:id="rId21"/>
      <p:italic r:id="rId22"/>
      <p:boldItalic r:id="rId23"/>
    </p:embeddedFont>
    <p:embeddedFont>
      <p:font typeface="Montserrat Black"/>
      <p:bold r:id="rId24"/>
      <p:boldItalic r:id="rId25"/>
    </p:embeddedFont>
    <p:embeddedFont>
      <p:font typeface="Work Sans"/>
      <p:regular r:id="rId26"/>
      <p:bold r:id="rId27"/>
      <p:italic r:id="rId28"/>
      <p:boldItalic r:id="rId29"/>
    </p:embeddedFont>
    <p:embeddedFont>
      <p:font typeface="Montserrat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  <p15:guide id="2" orient="horz" pos="4320">
          <p15:clr>
            <a:srgbClr val="747775"/>
          </p15:clr>
        </p15:guide>
        <p15:guide id="3">
          <p15:clr>
            <a:srgbClr val="747775"/>
          </p15:clr>
        </p15:guide>
        <p15:guide id="4" pos="76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iz++v7cHF+HP2mlPIodERfSu4c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  <p:guide pos="4320" orient="horz"/>
        <p:guide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regular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24" Type="http://schemas.openxmlformats.org/officeDocument/2006/relationships/font" Target="fonts/MontserratBlack-bold.fntdata"/><Relationship Id="rId23" Type="http://schemas.openxmlformats.org/officeDocument/2006/relationships/font" Target="fonts/Roboto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-regular.fntdata"/><Relationship Id="rId25" Type="http://schemas.openxmlformats.org/officeDocument/2006/relationships/font" Target="fonts/MontserratBlack-boldItalic.fntdata"/><Relationship Id="rId28" Type="http://schemas.openxmlformats.org/officeDocument/2006/relationships/font" Target="fonts/WorkSans-italic.fntdata"/><Relationship Id="rId27" Type="http://schemas.openxmlformats.org/officeDocument/2006/relationships/font" Target="fonts/Work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ExtraBold-boldItalic.fntdata"/><Relationship Id="rId30" Type="http://schemas.openxmlformats.org/officeDocument/2006/relationships/font" Target="fonts/Montserrat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RobotoBlack-boldItalic.fntdata"/><Relationship Id="rId18" Type="http://schemas.openxmlformats.org/officeDocument/2006/relationships/font" Target="fonts/Roboto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2c5fd95d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62c5fd95d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c441a8e93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Quando o cliente pratica uma boa gestão,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Clube reconhece e recompensa,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gerando benefícios reais.</a:t>
            </a:r>
            <a:endParaRPr/>
          </a:p>
        </p:txBody>
      </p:sp>
      <p:sp>
        <p:nvSpPr>
          <p:cNvPr id="148" name="Google Shape;148;g36c441a8e93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c441a8e9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6c441a8e9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Ideia de STATUS + BENEFÍCIOS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c441a8e93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/>
              <a:t>Slide Branco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9" name="Google Shape;179;g36c441a8e93_0_1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c441a8e93_0_1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/>
              <a:t>Slide Branco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9" name="Google Shape;199;g36c441a8e93_0_13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3037809d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93037809d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c441a8e93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6c441a8e93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2c5fd95d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62c5fd95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c441a8e93_0_111"/>
          <p:cNvSpPr/>
          <p:nvPr/>
        </p:nvSpPr>
        <p:spPr>
          <a:xfrm>
            <a:off x="0" y="0"/>
            <a:ext cx="12192000" cy="4165500"/>
          </a:xfrm>
          <a:prstGeom prst="rect">
            <a:avLst/>
          </a:prstGeom>
          <a:solidFill>
            <a:srgbClr val="394555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g36c441a8e93_0_111"/>
          <p:cNvSpPr/>
          <p:nvPr>
            <p:ph idx="2" type="pic"/>
          </p:nvPr>
        </p:nvSpPr>
        <p:spPr>
          <a:xfrm>
            <a:off x="0" y="4165600"/>
            <a:ext cx="4013100" cy="22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g36c441a8e93_0_111"/>
          <p:cNvSpPr/>
          <p:nvPr>
            <p:ph idx="3" type="pic"/>
          </p:nvPr>
        </p:nvSpPr>
        <p:spPr>
          <a:xfrm>
            <a:off x="3146425" y="4165600"/>
            <a:ext cx="5043900" cy="224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g36c441a8e93_0_111"/>
          <p:cNvSpPr/>
          <p:nvPr>
            <p:ph idx="4" type="pic"/>
          </p:nvPr>
        </p:nvSpPr>
        <p:spPr>
          <a:xfrm>
            <a:off x="7405060" y="4160519"/>
            <a:ext cx="4775100" cy="2235300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g36c441a8e93_0_111"/>
          <p:cNvSpPr/>
          <p:nvPr/>
        </p:nvSpPr>
        <p:spPr>
          <a:xfrm>
            <a:off x="0" y="6400801"/>
            <a:ext cx="12192000" cy="457200"/>
          </a:xfrm>
          <a:prstGeom prst="rect">
            <a:avLst/>
          </a:prstGeom>
          <a:solidFill>
            <a:srgbClr val="394555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6c441a8e93_0_207"/>
          <p:cNvSpPr/>
          <p:nvPr>
            <p:ph idx="2" type="pic"/>
          </p:nvPr>
        </p:nvSpPr>
        <p:spPr>
          <a:xfrm>
            <a:off x="4090085" y="1667852"/>
            <a:ext cx="39933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g36c441a8e93_0_207"/>
          <p:cNvSpPr/>
          <p:nvPr>
            <p:ph idx="3" type="pic"/>
          </p:nvPr>
        </p:nvSpPr>
        <p:spPr>
          <a:xfrm>
            <a:off x="15501" y="1667852"/>
            <a:ext cx="40743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g36c441a8e93_0_207"/>
          <p:cNvSpPr/>
          <p:nvPr>
            <p:ph idx="4" type="pic"/>
          </p:nvPr>
        </p:nvSpPr>
        <p:spPr>
          <a:xfrm>
            <a:off x="8083108" y="1667852"/>
            <a:ext cx="41088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g36c441a8e93_0_207"/>
          <p:cNvSpPr/>
          <p:nvPr>
            <p:ph idx="5" type="pic"/>
          </p:nvPr>
        </p:nvSpPr>
        <p:spPr>
          <a:xfrm>
            <a:off x="4090085" y="3822873"/>
            <a:ext cx="39933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g36c441a8e93_0_207"/>
          <p:cNvSpPr/>
          <p:nvPr>
            <p:ph idx="6" type="pic"/>
          </p:nvPr>
        </p:nvSpPr>
        <p:spPr>
          <a:xfrm>
            <a:off x="15501" y="3822873"/>
            <a:ext cx="40743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g36c441a8e93_0_207"/>
          <p:cNvSpPr/>
          <p:nvPr>
            <p:ph idx="7" type="pic"/>
          </p:nvPr>
        </p:nvSpPr>
        <p:spPr>
          <a:xfrm>
            <a:off x="8083108" y="3822873"/>
            <a:ext cx="41088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g36c441a8e93_0_207"/>
          <p:cNvSpPr/>
          <p:nvPr/>
        </p:nvSpPr>
        <p:spPr>
          <a:xfrm>
            <a:off x="0" y="6400801"/>
            <a:ext cx="12192000" cy="457200"/>
          </a:xfrm>
          <a:prstGeom prst="rect">
            <a:avLst/>
          </a:prstGeom>
          <a:solidFill>
            <a:srgbClr val="394555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">
  <p:cSld name="CUSTOM_2">
    <p:bg>
      <p:bgPr>
        <a:solidFill>
          <a:schemeClr val="accen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6c441a8e93_0_488"/>
          <p:cNvSpPr/>
          <p:nvPr/>
        </p:nvSpPr>
        <p:spPr>
          <a:xfrm>
            <a:off x="0" y="-2267"/>
            <a:ext cx="12192000" cy="6866400"/>
          </a:xfrm>
          <a:prstGeom prst="homePlate">
            <a:avLst>
              <a:gd fmla="val 1336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6c441a8e93_0_488"/>
          <p:cNvSpPr txBox="1"/>
          <p:nvPr>
            <p:ph type="title"/>
          </p:nvPr>
        </p:nvSpPr>
        <p:spPr>
          <a:xfrm>
            <a:off x="951000" y="597408"/>
            <a:ext cx="10290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Montserrat ExtraBold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8" name="Google Shape;28;g36c441a8e93_0_488"/>
          <p:cNvSpPr txBox="1"/>
          <p:nvPr/>
        </p:nvSpPr>
        <p:spPr>
          <a:xfrm>
            <a:off x="2323591" y="2353600"/>
            <a:ext cx="37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" name="Google Shape;29;g36c441a8e93_0_488"/>
          <p:cNvSpPr txBox="1"/>
          <p:nvPr>
            <p:ph idx="1" type="subTitle"/>
          </p:nvPr>
        </p:nvSpPr>
        <p:spPr>
          <a:xfrm>
            <a:off x="2638520" y="2372030"/>
            <a:ext cx="31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" name="Google Shape;30;g36c441a8e93_0_488"/>
          <p:cNvSpPr txBox="1"/>
          <p:nvPr>
            <p:ph idx="2" type="subTitle"/>
          </p:nvPr>
        </p:nvSpPr>
        <p:spPr>
          <a:xfrm>
            <a:off x="2638520" y="2909933"/>
            <a:ext cx="31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"/>
              <a:buNone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g36c441a8e93_0_488"/>
          <p:cNvSpPr txBox="1"/>
          <p:nvPr/>
        </p:nvSpPr>
        <p:spPr>
          <a:xfrm>
            <a:off x="7468557" y="2353600"/>
            <a:ext cx="37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" name="Google Shape;32;g36c441a8e93_0_488"/>
          <p:cNvSpPr txBox="1"/>
          <p:nvPr>
            <p:ph idx="3" type="subTitle"/>
          </p:nvPr>
        </p:nvSpPr>
        <p:spPr>
          <a:xfrm>
            <a:off x="7783486" y="2372030"/>
            <a:ext cx="3169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3" name="Google Shape;33;g36c441a8e93_0_488"/>
          <p:cNvSpPr txBox="1"/>
          <p:nvPr>
            <p:ph idx="4" type="subTitle"/>
          </p:nvPr>
        </p:nvSpPr>
        <p:spPr>
          <a:xfrm>
            <a:off x="7783486" y="2909930"/>
            <a:ext cx="3169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"/>
              <a:buNone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" name="Google Shape;34;g36c441a8e93_0_488"/>
          <p:cNvSpPr txBox="1"/>
          <p:nvPr/>
        </p:nvSpPr>
        <p:spPr>
          <a:xfrm>
            <a:off x="2326757" y="4207923"/>
            <a:ext cx="37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5" name="Google Shape;35;g36c441a8e93_0_488"/>
          <p:cNvSpPr txBox="1"/>
          <p:nvPr>
            <p:ph idx="5" type="subTitle"/>
          </p:nvPr>
        </p:nvSpPr>
        <p:spPr>
          <a:xfrm>
            <a:off x="2641686" y="4216808"/>
            <a:ext cx="31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g36c441a8e93_0_488"/>
          <p:cNvSpPr txBox="1"/>
          <p:nvPr>
            <p:ph idx="6" type="subTitle"/>
          </p:nvPr>
        </p:nvSpPr>
        <p:spPr>
          <a:xfrm>
            <a:off x="2641686" y="4754709"/>
            <a:ext cx="31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"/>
              <a:buNone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" name="Google Shape;37;g36c441a8e93_0_488"/>
          <p:cNvSpPr txBox="1"/>
          <p:nvPr/>
        </p:nvSpPr>
        <p:spPr>
          <a:xfrm>
            <a:off x="7471724" y="4207923"/>
            <a:ext cx="37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" name="Google Shape;38;g36c441a8e93_0_488"/>
          <p:cNvSpPr txBox="1"/>
          <p:nvPr>
            <p:ph idx="7" type="subTitle"/>
          </p:nvPr>
        </p:nvSpPr>
        <p:spPr>
          <a:xfrm>
            <a:off x="7786147" y="4216811"/>
            <a:ext cx="3169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" name="Google Shape;39;g36c441a8e93_0_488"/>
          <p:cNvSpPr txBox="1"/>
          <p:nvPr>
            <p:ph idx="8" type="subTitle"/>
          </p:nvPr>
        </p:nvSpPr>
        <p:spPr>
          <a:xfrm>
            <a:off x="7786147" y="4754711"/>
            <a:ext cx="3169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"/>
              <a:buNone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" name="Google Shape;40;g36c441a8e93_0_488"/>
          <p:cNvSpPr txBox="1"/>
          <p:nvPr>
            <p:ph idx="9" type="title"/>
          </p:nvPr>
        </p:nvSpPr>
        <p:spPr>
          <a:xfrm>
            <a:off x="1463040" y="2458747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Font typeface="Montserrat Black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1" name="Google Shape;41;g36c441a8e93_0_488"/>
          <p:cNvSpPr txBox="1"/>
          <p:nvPr>
            <p:ph idx="13" type="title"/>
          </p:nvPr>
        </p:nvSpPr>
        <p:spPr>
          <a:xfrm>
            <a:off x="6608064" y="2465348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Font typeface="Montserrat Black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2" name="Google Shape;42;g36c441a8e93_0_488"/>
          <p:cNvSpPr txBox="1"/>
          <p:nvPr>
            <p:ph idx="14" type="title"/>
          </p:nvPr>
        </p:nvSpPr>
        <p:spPr>
          <a:xfrm>
            <a:off x="1463040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Font typeface="Montserrat Black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3" name="Google Shape;43;g36c441a8e93_0_488"/>
          <p:cNvSpPr txBox="1"/>
          <p:nvPr>
            <p:ph idx="15" type="title"/>
          </p:nvPr>
        </p:nvSpPr>
        <p:spPr>
          <a:xfrm>
            <a:off x="6608064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Font typeface="Montserrat Black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c441a8e93_0_836"/>
          <p:cNvSpPr/>
          <p:nvPr/>
        </p:nvSpPr>
        <p:spPr>
          <a:xfrm flipH="1" rot="-5400000">
            <a:off x="5144531" y="-189472"/>
            <a:ext cx="6858003" cy="7236940"/>
          </a:xfrm>
          <a:prstGeom prst="flowChartManualInput">
            <a:avLst/>
          </a:prstGeom>
          <a:solidFill>
            <a:srgbClr val="394555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nza Detalhe Verde">
  <p:cSld name="Cinza Detalhe Ver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4" name="Google Shape;5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3" name="Google Shape;93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1" name="Google Shape;10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6_2_2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c441a8e93_0_740"/>
          <p:cNvSpPr txBox="1"/>
          <p:nvPr>
            <p:ph type="title"/>
          </p:nvPr>
        </p:nvSpPr>
        <p:spPr>
          <a:xfrm>
            <a:off x="963500" y="597408"/>
            <a:ext cx="5145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18" name="Google Shape;118;g36c441a8e93_0_740"/>
          <p:cNvSpPr txBox="1"/>
          <p:nvPr>
            <p:ph idx="1" type="subTitle"/>
          </p:nvPr>
        </p:nvSpPr>
        <p:spPr>
          <a:xfrm>
            <a:off x="6698833" y="2232063"/>
            <a:ext cx="4542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 Medium"/>
              <a:buChar char="●"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●"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●"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19" name="Google Shape;119;g36c441a8e93_0_740"/>
          <p:cNvSpPr txBox="1"/>
          <p:nvPr>
            <p:ph idx="2" type="subTitle"/>
          </p:nvPr>
        </p:nvSpPr>
        <p:spPr>
          <a:xfrm>
            <a:off x="950967" y="2232063"/>
            <a:ext cx="4542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 Medium"/>
              <a:buChar char="●"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●"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●"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0" name="Google Shape;120;g36c441a8e93_0_740"/>
          <p:cNvSpPr txBox="1"/>
          <p:nvPr>
            <p:ph idx="3" type="subTitle"/>
          </p:nvPr>
        </p:nvSpPr>
        <p:spPr>
          <a:xfrm>
            <a:off x="963500" y="1914301"/>
            <a:ext cx="2143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Roboto Medium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1" name="Google Shape;121;g36c441a8e93_0_740"/>
          <p:cNvSpPr txBox="1"/>
          <p:nvPr>
            <p:ph idx="4" type="subTitle"/>
          </p:nvPr>
        </p:nvSpPr>
        <p:spPr>
          <a:xfrm>
            <a:off x="6695067" y="1916681"/>
            <a:ext cx="2143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Roboto Medium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2" name="Google Shape;122;g36c441a8e93_0_740"/>
          <p:cNvSpPr/>
          <p:nvPr/>
        </p:nvSpPr>
        <p:spPr>
          <a:xfrm rot="10800000">
            <a:off x="5392467" y="-2267"/>
            <a:ext cx="6817200" cy="6866400"/>
          </a:xfrm>
          <a:prstGeom prst="homePlate">
            <a:avLst>
              <a:gd fmla="val 163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_1">
    <p:bg>
      <p:bgPr>
        <a:solidFill>
          <a:schemeClr val="accen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c441a8e93_0_1152"/>
          <p:cNvSpPr/>
          <p:nvPr/>
        </p:nvSpPr>
        <p:spPr>
          <a:xfrm>
            <a:off x="0" y="-2267"/>
            <a:ext cx="12192000" cy="6866400"/>
          </a:xfrm>
          <a:prstGeom prst="homePlate">
            <a:avLst>
              <a:gd fmla="val 1336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6c441a8e93_0_1152"/>
          <p:cNvSpPr txBox="1"/>
          <p:nvPr>
            <p:ph type="title"/>
          </p:nvPr>
        </p:nvSpPr>
        <p:spPr>
          <a:xfrm>
            <a:off x="950967" y="597408"/>
            <a:ext cx="10290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ontserrat ExtraBold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26" name="Google Shape;126;g36c441a8e93_0_1152"/>
          <p:cNvSpPr txBox="1"/>
          <p:nvPr>
            <p:ph idx="1" type="subTitle"/>
          </p:nvPr>
        </p:nvSpPr>
        <p:spPr>
          <a:xfrm>
            <a:off x="950609" y="3755136"/>
            <a:ext cx="3159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" name="Google Shape;127;g36c441a8e93_0_1152"/>
          <p:cNvSpPr txBox="1"/>
          <p:nvPr>
            <p:ph idx="2" type="subTitle"/>
          </p:nvPr>
        </p:nvSpPr>
        <p:spPr>
          <a:xfrm>
            <a:off x="4516658" y="3755136"/>
            <a:ext cx="3159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8" name="Google Shape;128;g36c441a8e93_0_1152"/>
          <p:cNvSpPr txBox="1"/>
          <p:nvPr>
            <p:ph idx="3" type="subTitle"/>
          </p:nvPr>
        </p:nvSpPr>
        <p:spPr>
          <a:xfrm>
            <a:off x="8082191" y="3755136"/>
            <a:ext cx="3159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9" name="Google Shape;129;g36c441a8e93_0_1152"/>
          <p:cNvSpPr txBox="1"/>
          <p:nvPr>
            <p:ph idx="4" type="subTitle"/>
          </p:nvPr>
        </p:nvSpPr>
        <p:spPr>
          <a:xfrm>
            <a:off x="951409" y="4306930"/>
            <a:ext cx="3157500" cy="15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0" name="Google Shape;130;g36c441a8e93_0_1152"/>
          <p:cNvSpPr txBox="1"/>
          <p:nvPr>
            <p:ph idx="5" type="subTitle"/>
          </p:nvPr>
        </p:nvSpPr>
        <p:spPr>
          <a:xfrm>
            <a:off x="4517658" y="4306930"/>
            <a:ext cx="3157500" cy="15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1" name="Google Shape;131;g36c441a8e93_0_1152"/>
          <p:cNvSpPr txBox="1"/>
          <p:nvPr>
            <p:ph idx="6" type="subTitle"/>
          </p:nvPr>
        </p:nvSpPr>
        <p:spPr>
          <a:xfrm>
            <a:off x="8081991" y="4306930"/>
            <a:ext cx="3157500" cy="15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2" name="Google Shape;132;g36c441a8e93_0_1152"/>
          <p:cNvSpPr txBox="1"/>
          <p:nvPr>
            <p:ph idx="7" type="title"/>
          </p:nvPr>
        </p:nvSpPr>
        <p:spPr>
          <a:xfrm>
            <a:off x="2176631" y="2506970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33" name="Google Shape;133;g36c441a8e93_0_1152"/>
          <p:cNvSpPr txBox="1"/>
          <p:nvPr>
            <p:ph idx="8" type="title"/>
          </p:nvPr>
        </p:nvSpPr>
        <p:spPr>
          <a:xfrm>
            <a:off x="9309636" y="2504951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34" name="Google Shape;134;g36c441a8e93_0_1152"/>
          <p:cNvSpPr txBox="1"/>
          <p:nvPr>
            <p:ph idx="9" type="title"/>
          </p:nvPr>
        </p:nvSpPr>
        <p:spPr>
          <a:xfrm>
            <a:off x="5742664" y="2506970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2c5fd95d3_0_85"/>
          <p:cNvSpPr/>
          <p:nvPr/>
        </p:nvSpPr>
        <p:spPr>
          <a:xfrm>
            <a:off x="0" y="6418583"/>
            <a:ext cx="12192000" cy="462300"/>
          </a:xfrm>
          <a:prstGeom prst="rect">
            <a:avLst/>
          </a:prstGeom>
          <a:solidFill>
            <a:srgbClr val="6AD36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62c5fd95d3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3815" y="-40641"/>
            <a:ext cx="12219202" cy="41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62c5fd95d3_0_85"/>
          <p:cNvSpPr txBox="1"/>
          <p:nvPr/>
        </p:nvSpPr>
        <p:spPr>
          <a:xfrm>
            <a:off x="245200" y="1742050"/>
            <a:ext cx="9529800" cy="21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pt-BR" sz="47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PROGRAMA CLUBE DE GESTÃO</a:t>
            </a:r>
            <a:endParaRPr b="1" i="0" sz="47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42" name="Google Shape;142;g362c5fd95d3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3061" y="1742044"/>
            <a:ext cx="1285498" cy="11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62c5fd95d3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46967" y="325876"/>
            <a:ext cx="245033" cy="13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62c5fd95d3_0_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11556" y="6472979"/>
            <a:ext cx="360439" cy="3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62c5fd95d3_0_85"/>
          <p:cNvSpPr txBox="1"/>
          <p:nvPr/>
        </p:nvSpPr>
        <p:spPr>
          <a:xfrm>
            <a:off x="-30225" y="4885863"/>
            <a:ext cx="1219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1" lang="pt-BR" sz="2800">
                <a:solidFill>
                  <a:srgbClr val="6AD36A"/>
                </a:solidFill>
                <a:latin typeface="Work Sans"/>
                <a:ea typeface="Work Sans"/>
                <a:cs typeface="Work Sans"/>
                <a:sym typeface="Work Sans"/>
              </a:rPr>
              <a:t>Clientes de alta performance, reconhecidos e recompensados!</a:t>
            </a:r>
            <a:endParaRPr b="1" i="1" sz="800" u="none" cap="none" strike="noStrike">
              <a:solidFill>
                <a:srgbClr val="66CC66"/>
              </a:solidFill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c441a8e93_0_551"/>
          <p:cNvSpPr/>
          <p:nvPr/>
        </p:nvSpPr>
        <p:spPr>
          <a:xfrm>
            <a:off x="4403825" y="2320575"/>
            <a:ext cx="3066900" cy="1324200"/>
          </a:xfrm>
          <a:prstGeom prst="rect">
            <a:avLst/>
          </a:prstGeom>
          <a:solidFill>
            <a:srgbClr val="2E3C50"/>
          </a:solidFill>
          <a:ln>
            <a:noFill/>
          </a:ln>
          <a:effectLst>
            <a:outerShdw blurRad="57150" rotWithShape="0" algn="bl" dir="960000" dist="104775">
              <a:srgbClr val="888888">
                <a:alpha val="49411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1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Reconhecer, valorizar e recompensar</a:t>
            </a:r>
            <a:endParaRPr sz="1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1" name="Google Shape;151;g36c441a8e93_0_551"/>
          <p:cNvSpPr/>
          <p:nvPr/>
        </p:nvSpPr>
        <p:spPr>
          <a:xfrm>
            <a:off x="0" y="6380480"/>
            <a:ext cx="12192000" cy="500400"/>
          </a:xfrm>
          <a:prstGeom prst="rect">
            <a:avLst/>
          </a:prstGeom>
          <a:solidFill>
            <a:srgbClr val="6AD36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6c441a8e93_0_5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6c441a8e93_0_5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1556" y="6472979"/>
            <a:ext cx="360439" cy="3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6c441a8e93_0_551"/>
          <p:cNvSpPr/>
          <p:nvPr/>
        </p:nvSpPr>
        <p:spPr>
          <a:xfrm>
            <a:off x="193400" y="2320575"/>
            <a:ext cx="3066900" cy="1324200"/>
          </a:xfrm>
          <a:prstGeom prst="rect">
            <a:avLst/>
          </a:prstGeom>
          <a:solidFill>
            <a:srgbClr val="6AD36A">
              <a:alpha val="92160"/>
            </a:srgbClr>
          </a:solidFill>
          <a:ln>
            <a:noFill/>
          </a:ln>
          <a:effectLst>
            <a:outerShdw blurRad="57150" rotWithShape="0" algn="bl" dir="960000" dist="104775">
              <a:srgbClr val="888888">
                <a:alpha val="4941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19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Excelência em gestão</a:t>
            </a:r>
            <a:endParaRPr sz="19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descr="Forma&#10;&#10;Descrição gerada automaticamente com confiança baixa" id="155" name="Google Shape;155;g36c441a8e93_0_5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2700000">
            <a:off x="3351907" y="2501055"/>
            <a:ext cx="871438" cy="8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6c441a8e93_0_551"/>
          <p:cNvSpPr/>
          <p:nvPr/>
        </p:nvSpPr>
        <p:spPr>
          <a:xfrm>
            <a:off x="7685700" y="2557725"/>
            <a:ext cx="577200" cy="758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1"/>
          </a:solidFill>
          <a:ln cap="flat" cmpd="sng" w="28575">
            <a:solidFill>
              <a:srgbClr val="66CC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6c441a8e93_0_551"/>
          <p:cNvSpPr/>
          <p:nvPr/>
        </p:nvSpPr>
        <p:spPr>
          <a:xfrm>
            <a:off x="8477875" y="2320575"/>
            <a:ext cx="3066900" cy="1324200"/>
          </a:xfrm>
          <a:prstGeom prst="rect">
            <a:avLst/>
          </a:prstGeom>
          <a:solidFill>
            <a:srgbClr val="6AD36A">
              <a:alpha val="92160"/>
            </a:srgbClr>
          </a:solidFill>
          <a:ln>
            <a:noFill/>
          </a:ln>
          <a:effectLst>
            <a:outerShdw blurRad="57150" rotWithShape="0" algn="bl" dir="960000" dist="104775">
              <a:srgbClr val="888888">
                <a:alpha val="4941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19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Benefícios reais</a:t>
            </a:r>
            <a:endParaRPr sz="19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D67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c441a8e93_0_533"/>
          <p:cNvSpPr/>
          <p:nvPr/>
        </p:nvSpPr>
        <p:spPr>
          <a:xfrm>
            <a:off x="6317067" y="4149533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7FD6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A2A9B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3" name="Google Shape;163;g36c441a8e93_0_533"/>
          <p:cNvSpPr/>
          <p:nvPr/>
        </p:nvSpPr>
        <p:spPr>
          <a:xfrm>
            <a:off x="6317067" y="1832867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7FD6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A2A9B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4" name="Google Shape;164;g36c441a8e93_0_533"/>
          <p:cNvSpPr/>
          <p:nvPr/>
        </p:nvSpPr>
        <p:spPr>
          <a:xfrm>
            <a:off x="562433" y="4149533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7FD6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A2A9B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5" name="Google Shape;165;g36c441a8e93_0_533"/>
          <p:cNvSpPr/>
          <p:nvPr/>
        </p:nvSpPr>
        <p:spPr>
          <a:xfrm>
            <a:off x="562433" y="1832867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7FD6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A2A9B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6" name="Google Shape;166;g36c441a8e93_0_533"/>
          <p:cNvSpPr txBox="1"/>
          <p:nvPr>
            <p:ph idx="9" type="title"/>
          </p:nvPr>
        </p:nvSpPr>
        <p:spPr>
          <a:xfrm>
            <a:off x="853440" y="2001547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  <a:endParaRPr b="1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7" name="Google Shape;167;g36c441a8e93_0_533"/>
          <p:cNvSpPr txBox="1"/>
          <p:nvPr>
            <p:ph idx="13" type="title"/>
          </p:nvPr>
        </p:nvSpPr>
        <p:spPr>
          <a:xfrm>
            <a:off x="6608064" y="2008148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  <a:endParaRPr b="1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8" name="Google Shape;168;g36c441a8e93_0_533"/>
          <p:cNvSpPr txBox="1"/>
          <p:nvPr>
            <p:ph idx="14" type="title"/>
          </p:nvPr>
        </p:nvSpPr>
        <p:spPr>
          <a:xfrm>
            <a:off x="853440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3</a:t>
            </a:r>
            <a:endParaRPr b="1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9" name="Google Shape;169;g36c441a8e93_0_533"/>
          <p:cNvSpPr txBox="1"/>
          <p:nvPr>
            <p:ph idx="15" type="title"/>
          </p:nvPr>
        </p:nvSpPr>
        <p:spPr>
          <a:xfrm>
            <a:off x="6608064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  <a:endParaRPr b="1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70" name="Google Shape;170;g36c441a8e93_0_5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6c441a8e93_0_533"/>
          <p:cNvSpPr txBox="1"/>
          <p:nvPr/>
        </p:nvSpPr>
        <p:spPr>
          <a:xfrm>
            <a:off x="1924463" y="2008150"/>
            <a:ext cx="40896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400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Reconhecimento como referência em gestão</a:t>
            </a:r>
            <a:endParaRPr b="1" sz="2400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000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2" name="Google Shape;172;g36c441a8e93_0_533"/>
          <p:cNvSpPr txBox="1"/>
          <p:nvPr/>
        </p:nvSpPr>
        <p:spPr>
          <a:xfrm>
            <a:off x="7797300" y="2063400"/>
            <a:ext cx="43380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400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Relacionamento mais próximo com a Sankhya</a:t>
            </a:r>
            <a:endParaRPr b="1" i="0" sz="2400" u="none" cap="none" strike="noStrike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3" name="Google Shape;173;g36c441a8e93_0_533"/>
          <p:cNvSpPr txBox="1"/>
          <p:nvPr/>
        </p:nvSpPr>
        <p:spPr>
          <a:xfrm>
            <a:off x="2084150" y="4454925"/>
            <a:ext cx="38025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400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Benefícios concretos por colaborar</a:t>
            </a:r>
            <a:endParaRPr b="1" i="0" sz="2400" u="none" cap="none" strike="noStrike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4" name="Google Shape;174;g36c441a8e93_0_533"/>
          <p:cNvSpPr txBox="1"/>
          <p:nvPr/>
        </p:nvSpPr>
        <p:spPr>
          <a:xfrm>
            <a:off x="7797300" y="4234225"/>
            <a:ext cx="408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BR" sz="2400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Experiências e vantagens exclusivas</a:t>
            </a:r>
            <a:endParaRPr b="1" i="0" sz="2400" u="none" cap="none" strike="noStrike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5" name="Google Shape;175;g36c441a8e93_0_533"/>
          <p:cNvSpPr txBox="1"/>
          <p:nvPr/>
        </p:nvSpPr>
        <p:spPr>
          <a:xfrm>
            <a:off x="234000" y="395925"/>
            <a:ext cx="1172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pt-BR" sz="3100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Benefícios exclusivos do Clube de Gestão</a:t>
            </a:r>
            <a:endParaRPr b="1" i="0" sz="2700" u="none" cap="none" strike="noStrike">
              <a:solidFill>
                <a:srgbClr val="E8E08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76" name="Google Shape;176;g36c441a8e93_0_5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9156" y="6396779"/>
            <a:ext cx="356400" cy="3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4555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6c441a8e93_0_1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6c441a8e93_0_1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943" y="6251364"/>
            <a:ext cx="5080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6c441a8e93_0_1164"/>
          <p:cNvSpPr txBox="1"/>
          <p:nvPr/>
        </p:nvSpPr>
        <p:spPr>
          <a:xfrm>
            <a:off x="429125" y="1352275"/>
            <a:ext cx="3792000" cy="16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300">
                <a:solidFill>
                  <a:srgbClr val="6AD36A"/>
                </a:solidFill>
                <a:latin typeface="Work Sans"/>
                <a:ea typeface="Work Sans"/>
                <a:cs typeface="Work Sans"/>
                <a:sym typeface="Work Sans"/>
              </a:rPr>
              <a:t>Como você acumula pontos no Clube de Gestão?</a:t>
            </a:r>
            <a:endParaRPr b="1" i="0" sz="43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4" name="Google Shape;184;g36c441a8e93_0_1164"/>
          <p:cNvSpPr txBox="1"/>
          <p:nvPr/>
        </p:nvSpPr>
        <p:spPr>
          <a:xfrm>
            <a:off x="5177850" y="363100"/>
            <a:ext cx="6328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Boas-vindas ao programa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6c441a8e93_0_1164"/>
          <p:cNvSpPr txBox="1"/>
          <p:nvPr/>
        </p:nvSpPr>
        <p:spPr>
          <a:xfrm>
            <a:off x="5177850" y="1352275"/>
            <a:ext cx="5583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Receber visita presencial de prospect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c441a8e93_0_1164"/>
          <p:cNvSpPr txBox="1"/>
          <p:nvPr/>
        </p:nvSpPr>
        <p:spPr>
          <a:xfrm>
            <a:off x="5177850" y="2646250"/>
            <a:ext cx="618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Videoconferência com prospect</a:t>
            </a:r>
            <a:endParaRPr b="0" i="0" sz="2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7" name="Google Shape;187;g36c441a8e93_0_1164"/>
          <p:cNvSpPr txBox="1"/>
          <p:nvPr/>
        </p:nvSpPr>
        <p:spPr>
          <a:xfrm>
            <a:off x="5177850" y="3787825"/>
            <a:ext cx="54864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Vídeos produzidos pelo Marketing da Sankhya nos canais oficiais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6c441a8e93_0_1164"/>
          <p:cNvSpPr txBox="1"/>
          <p:nvPr/>
        </p:nvSpPr>
        <p:spPr>
          <a:xfrm>
            <a:off x="5177850" y="4929400"/>
            <a:ext cx="5403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Depoimento em mídias sociais e release na imprensa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6c441a8e93_0_1164"/>
          <p:cNvSpPr txBox="1"/>
          <p:nvPr/>
        </p:nvSpPr>
        <p:spPr>
          <a:xfrm>
            <a:off x="5177850" y="5918575"/>
            <a:ext cx="5016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Palestra em eventos Sankhya</a:t>
            </a:r>
            <a:endParaRPr b="0" i="0" sz="2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90" name="Google Shape;190;g36c441a8e93_0_11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72067">
            <a:off x="668420" y="4157826"/>
            <a:ext cx="2678309" cy="188474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6c441a8e93_0_1164"/>
          <p:cNvSpPr txBox="1"/>
          <p:nvPr/>
        </p:nvSpPr>
        <p:spPr>
          <a:xfrm>
            <a:off x="4595850" y="363100"/>
            <a:ext cx="58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🎉</a:t>
            </a:r>
            <a:endParaRPr sz="2400"/>
          </a:p>
        </p:txBody>
      </p:sp>
      <p:sp>
        <p:nvSpPr>
          <p:cNvPr id="192" name="Google Shape;192;g36c441a8e93_0_1164"/>
          <p:cNvSpPr txBox="1"/>
          <p:nvPr/>
        </p:nvSpPr>
        <p:spPr>
          <a:xfrm>
            <a:off x="4562100" y="1049900"/>
            <a:ext cx="507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🏢 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93" name="Google Shape;193;g36c441a8e93_0_1164"/>
          <p:cNvSpPr txBox="1"/>
          <p:nvPr/>
        </p:nvSpPr>
        <p:spPr>
          <a:xfrm>
            <a:off x="4595850" y="2642613"/>
            <a:ext cx="50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💬</a:t>
            </a:r>
            <a:endParaRPr sz="2400"/>
          </a:p>
        </p:txBody>
      </p:sp>
      <p:sp>
        <p:nvSpPr>
          <p:cNvPr id="194" name="Google Shape;194;g36c441a8e93_0_1164"/>
          <p:cNvSpPr txBox="1"/>
          <p:nvPr/>
        </p:nvSpPr>
        <p:spPr>
          <a:xfrm>
            <a:off x="4595850" y="3782375"/>
            <a:ext cx="58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🎥</a:t>
            </a:r>
            <a:endParaRPr sz="2400"/>
          </a:p>
        </p:txBody>
      </p:sp>
      <p:sp>
        <p:nvSpPr>
          <p:cNvPr id="195" name="Google Shape;195;g36c441a8e93_0_1164"/>
          <p:cNvSpPr txBox="1"/>
          <p:nvPr/>
        </p:nvSpPr>
        <p:spPr>
          <a:xfrm>
            <a:off x="4562100" y="4834275"/>
            <a:ext cx="50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📰</a:t>
            </a:r>
            <a:endParaRPr sz="2400"/>
          </a:p>
        </p:txBody>
      </p:sp>
      <p:sp>
        <p:nvSpPr>
          <p:cNvPr id="196" name="Google Shape;196;g36c441a8e93_0_1164"/>
          <p:cNvSpPr txBox="1"/>
          <p:nvPr/>
        </p:nvSpPr>
        <p:spPr>
          <a:xfrm>
            <a:off x="4595850" y="5886175"/>
            <a:ext cx="50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🎤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4555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6c441a8e93_0_13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6c441a8e93_0_13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943" y="6251364"/>
            <a:ext cx="5080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6c441a8e93_0_1354"/>
          <p:cNvSpPr txBox="1"/>
          <p:nvPr/>
        </p:nvSpPr>
        <p:spPr>
          <a:xfrm>
            <a:off x="215025" y="219925"/>
            <a:ext cx="115431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pt-BR" sz="3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Recompensas exclusivas para clientes do Clube</a:t>
            </a:r>
            <a:endParaRPr b="1" i="0" sz="38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04" name="Google Shape;204;g36c441a8e93_0_13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38744">
            <a:off x="8854154" y="2212015"/>
            <a:ext cx="1935943" cy="232312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8100" endA="0" endPos="30000" fadeDir="5400012" kx="0" rotWithShape="0" algn="bl" stA="60000" stPos="0" sy="-100000" ky="0"/>
          </a:effectLst>
        </p:spPr>
      </p:pic>
      <p:sp>
        <p:nvSpPr>
          <p:cNvPr id="205" name="Google Shape;205;g36c441a8e93_0_1354"/>
          <p:cNvSpPr txBox="1"/>
          <p:nvPr/>
        </p:nvSpPr>
        <p:spPr>
          <a:xfrm>
            <a:off x="1577455" y="2127754"/>
            <a:ext cx="52203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8000" lIns="88000" spcFirstLastPara="1" rIns="88000" wrap="square" tIns="88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Arial"/>
              <a:buNone/>
            </a:pPr>
            <a:r>
              <a:rPr lang="pt-BR" sz="202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Certificação de usuários</a:t>
            </a:r>
            <a:endParaRPr b="0" i="0" sz="105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6c441a8e93_0_1354"/>
          <p:cNvSpPr txBox="1"/>
          <p:nvPr/>
        </p:nvSpPr>
        <p:spPr>
          <a:xfrm>
            <a:off x="1577455" y="2833069"/>
            <a:ext cx="55845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8000" lIns="88000" spcFirstLastPara="1" rIns="88000" wrap="square" tIns="88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Arial"/>
              <a:buNone/>
            </a:pPr>
            <a:r>
              <a:rPr lang="pt-BR" sz="202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Convite para eventos Sankhya</a:t>
            </a:r>
            <a:endParaRPr b="0" i="0" sz="105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c441a8e93_0_1354"/>
          <p:cNvSpPr txBox="1"/>
          <p:nvPr/>
        </p:nvSpPr>
        <p:spPr>
          <a:xfrm>
            <a:off x="1577455" y="3538360"/>
            <a:ext cx="4537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8000" lIns="88000" spcFirstLastPara="1" rIns="88000" wrap="square" tIns="88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Arial"/>
              <a:buNone/>
            </a:pPr>
            <a:r>
              <a:rPr lang="pt-BR" sz="202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Brindes da Loja Empório Sankhya</a:t>
            </a:r>
            <a:endParaRPr b="0" i="0" sz="105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6c441a8e93_0_1354"/>
          <p:cNvSpPr txBox="1"/>
          <p:nvPr/>
        </p:nvSpPr>
        <p:spPr>
          <a:xfrm>
            <a:off x="1577455" y="4243672"/>
            <a:ext cx="70344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8000" lIns="88000" spcFirstLastPara="1" rIns="88000" wrap="square" tIns="88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Arial"/>
              <a:buNone/>
            </a:pPr>
            <a:r>
              <a:rPr b="0" i="0" lang="pt-BR" sz="2021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Convite para eventos com a Sankhya </a:t>
            </a:r>
            <a:endParaRPr b="0" i="0" sz="105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c441a8e93_0_1354"/>
          <p:cNvSpPr txBox="1"/>
          <p:nvPr/>
        </p:nvSpPr>
        <p:spPr>
          <a:xfrm>
            <a:off x="1577430" y="5025519"/>
            <a:ext cx="8468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8000" lIns="88000" spcFirstLastPara="1" rIns="88000" wrap="square" tIns="88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Arial"/>
              <a:buNone/>
            </a:pPr>
            <a:r>
              <a:rPr lang="pt-BR" sz="202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SLA Reduzido por 6 meses</a:t>
            </a:r>
            <a:endParaRPr b="0" i="0" sz="105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6c441a8e93_0_1354"/>
          <p:cNvSpPr txBox="1"/>
          <p:nvPr/>
        </p:nvSpPr>
        <p:spPr>
          <a:xfrm>
            <a:off x="1577455" y="5635281"/>
            <a:ext cx="62613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8000" lIns="88000" spcFirstLastPara="1" rIns="88000" wrap="square" tIns="88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Arial"/>
              <a:buNone/>
            </a:pPr>
            <a:r>
              <a:rPr b="0" i="0" lang="pt-BR" sz="2021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Um dia na matriz com despesas pagas </a:t>
            </a:r>
            <a:endParaRPr b="0" i="0" sz="105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6c441a8e93_0_1354"/>
          <p:cNvSpPr txBox="1"/>
          <p:nvPr/>
        </p:nvSpPr>
        <p:spPr>
          <a:xfrm>
            <a:off x="1577455" y="1422450"/>
            <a:ext cx="78468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8000" lIns="88000" spcFirstLastPara="1" rIns="88000" wrap="square" tIns="88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Arial"/>
              <a:buNone/>
            </a:pPr>
            <a:r>
              <a:rPr lang="pt-BR" sz="202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Horas de consultoria (16 h/remoto)</a:t>
            </a:r>
            <a:endParaRPr b="0" i="0" sz="105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6c441a8e93_0_1354"/>
          <p:cNvSpPr/>
          <p:nvPr/>
        </p:nvSpPr>
        <p:spPr>
          <a:xfrm>
            <a:off x="1088425" y="1585548"/>
            <a:ext cx="489000" cy="1101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6677" endA="0" endPos="30000" fadeDir="5400012" kx="0" rotWithShape="0" algn="bl" stA="60000" stPos="0" sy="-100000" ky="0"/>
          </a:effectLst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8"/>
              <a:buFont typeface="Arial"/>
              <a:buNone/>
            </a:pPr>
            <a:r>
              <a:t/>
            </a:r>
            <a:endParaRPr b="1" i="0" sz="10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6c441a8e93_0_1354"/>
          <p:cNvSpPr/>
          <p:nvPr/>
        </p:nvSpPr>
        <p:spPr>
          <a:xfrm>
            <a:off x="1088425" y="2357624"/>
            <a:ext cx="489000" cy="1101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6677" endA="0" endPos="30000" fadeDir="5400012" kx="0" rotWithShape="0" algn="bl" stA="60000" stPos="0" sy="-100000" ky="0"/>
          </a:effectLst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8"/>
              <a:buFont typeface="Arial"/>
              <a:buNone/>
            </a:pPr>
            <a:r>
              <a:t/>
            </a:r>
            <a:endParaRPr b="1" i="0" sz="10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6c441a8e93_0_1354"/>
          <p:cNvSpPr/>
          <p:nvPr/>
        </p:nvSpPr>
        <p:spPr>
          <a:xfrm>
            <a:off x="1088425" y="3067825"/>
            <a:ext cx="489000" cy="1101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6677" endA="0" endPos="30000" fadeDir="5400012" kx="0" rotWithShape="0" algn="bl" stA="60000" stPos="0" sy="-100000" ky="0"/>
          </a:effectLst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8"/>
              <a:buFont typeface="Arial"/>
              <a:buNone/>
            </a:pPr>
            <a:r>
              <a:t/>
            </a:r>
            <a:endParaRPr b="1" i="0" sz="10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6c441a8e93_0_1354"/>
          <p:cNvSpPr/>
          <p:nvPr/>
        </p:nvSpPr>
        <p:spPr>
          <a:xfrm>
            <a:off x="1088425" y="3732299"/>
            <a:ext cx="489000" cy="1101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6677" endA="0" endPos="30000" fadeDir="5400012" kx="0" rotWithShape="0" algn="bl" stA="60000" stPos="0" sy="-100000" ky="0"/>
          </a:effectLst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8"/>
              <a:buFont typeface="Arial"/>
              <a:buNone/>
            </a:pPr>
            <a:r>
              <a:t/>
            </a:r>
            <a:endParaRPr b="1" i="0" sz="10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6c441a8e93_0_1354"/>
          <p:cNvSpPr/>
          <p:nvPr/>
        </p:nvSpPr>
        <p:spPr>
          <a:xfrm>
            <a:off x="1088425" y="4437591"/>
            <a:ext cx="489000" cy="1101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6677" endA="0" endPos="30000" fadeDir="5400012" kx="0" rotWithShape="0" algn="bl" stA="60000" stPos="0" sy="-100000" ky="0"/>
          </a:effectLst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8"/>
              <a:buFont typeface="Arial"/>
              <a:buNone/>
            </a:pPr>
            <a:r>
              <a:t/>
            </a:r>
            <a:endParaRPr b="1" i="0" sz="10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6c441a8e93_0_1354"/>
          <p:cNvSpPr/>
          <p:nvPr/>
        </p:nvSpPr>
        <p:spPr>
          <a:xfrm>
            <a:off x="1088425" y="5176767"/>
            <a:ext cx="489000" cy="1101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6677" endA="0" endPos="30000" fadeDir="5400012" kx="0" rotWithShape="0" algn="bl" stA="60000" stPos="0" sy="-100000" ky="0"/>
          </a:effectLst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8"/>
              <a:buFont typeface="Arial"/>
              <a:buNone/>
            </a:pPr>
            <a:r>
              <a:t/>
            </a:r>
            <a:endParaRPr b="1" i="0" sz="10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6c441a8e93_0_1354"/>
          <p:cNvSpPr/>
          <p:nvPr/>
        </p:nvSpPr>
        <p:spPr>
          <a:xfrm>
            <a:off x="1088425" y="5807356"/>
            <a:ext cx="489000" cy="1101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6677" endA="0" endPos="30000" fadeDir="5400012" kx="0" rotWithShape="0" algn="bl" stA="60000" stPos="0" sy="-100000" ky="0"/>
          </a:effectLst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8"/>
              <a:buFont typeface="Arial"/>
              <a:buNone/>
            </a:pPr>
            <a:r>
              <a:t/>
            </a:r>
            <a:endParaRPr b="1" i="0" sz="10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D67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3037809d4_1_0"/>
          <p:cNvSpPr/>
          <p:nvPr/>
        </p:nvSpPr>
        <p:spPr>
          <a:xfrm>
            <a:off x="8111637" y="2562400"/>
            <a:ext cx="3245700" cy="1455000"/>
          </a:xfrm>
          <a:prstGeom prst="homePlate">
            <a:avLst>
              <a:gd fmla="val 31917" name="adj"/>
            </a:avLst>
          </a:prstGeom>
          <a:solidFill>
            <a:srgbClr val="2E3C50"/>
          </a:solidFill>
          <a:ln>
            <a:noFill/>
          </a:ln>
          <a:effectLst>
            <a:outerShdw blurRad="856168" rotWithShape="0" algn="bl">
              <a:schemeClr val="lt1"/>
            </a:outerShdw>
            <a:reflection blurRad="0" dir="5400000" dist="50736" endA="0" endPos="30000" fadeDir="5400012" kx="0" rotWithShape="0" algn="bl" stA="18000" stPos="0" sy="-100000" ky="0"/>
          </a:effectLst>
        </p:spPr>
        <p:txBody>
          <a:bodyPr anchorCtr="0" anchor="ctr" bIns="162350" lIns="162350" spcFirstLastPara="1" rIns="162350" wrap="square" tIns="16235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0"/>
              <a:buFont typeface="Arial"/>
              <a:buNone/>
            </a:pPr>
            <a:r>
              <a:rPr b="1" lang="pt-BR" sz="1669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Troca por recompensas exclusivas</a:t>
            </a:r>
            <a:endParaRPr b="1" i="0" sz="1669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4" name="Google Shape;224;g393037809d4_1_0"/>
          <p:cNvSpPr/>
          <p:nvPr/>
        </p:nvSpPr>
        <p:spPr>
          <a:xfrm>
            <a:off x="5599478" y="2562400"/>
            <a:ext cx="3245700" cy="1455000"/>
          </a:xfrm>
          <a:prstGeom prst="homePlate">
            <a:avLst>
              <a:gd fmla="val 31917" name="adj"/>
            </a:avLst>
          </a:prstGeom>
          <a:solidFill>
            <a:srgbClr val="2E3C50"/>
          </a:solidFill>
          <a:ln>
            <a:noFill/>
          </a:ln>
          <a:effectLst>
            <a:outerShdw blurRad="856168" rotWithShape="0" algn="bl">
              <a:schemeClr val="lt1"/>
            </a:outerShdw>
            <a:reflection blurRad="0" dir="5400000" dist="50736" endA="0" endPos="30000" fadeDir="5400012" kx="0" rotWithShape="0" algn="bl" stA="18000" stPos="0" sy="-100000" ky="0"/>
          </a:effectLst>
        </p:spPr>
        <p:txBody>
          <a:bodyPr anchorCtr="0" anchor="ctr" bIns="162350" lIns="162350" spcFirstLastPara="1" rIns="162350" wrap="square" tIns="16235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0"/>
              <a:buFont typeface="Arial"/>
              <a:buNone/>
            </a:pPr>
            <a:r>
              <a:rPr b="1" lang="pt-BR" sz="1669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Acumula pontos</a:t>
            </a:r>
            <a:endParaRPr b="1" i="0" sz="1669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25" name="Google Shape;225;g393037809d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93037809d4_1_0"/>
          <p:cNvSpPr txBox="1"/>
          <p:nvPr/>
        </p:nvSpPr>
        <p:spPr>
          <a:xfrm>
            <a:off x="381350" y="541600"/>
            <a:ext cx="710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pt-BR" sz="4200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Como funciona o Clube? </a:t>
            </a:r>
            <a:endParaRPr b="1" sz="4200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sz="4200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27" name="Google Shape;227;g393037809d4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9156" y="6396779"/>
            <a:ext cx="356400" cy="3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93037809d4_1_0"/>
          <p:cNvSpPr/>
          <p:nvPr/>
        </p:nvSpPr>
        <p:spPr>
          <a:xfrm>
            <a:off x="2900822" y="2562400"/>
            <a:ext cx="3245700" cy="1455000"/>
          </a:xfrm>
          <a:prstGeom prst="homePlate">
            <a:avLst>
              <a:gd fmla="val 31917" name="adj"/>
            </a:avLst>
          </a:prstGeom>
          <a:solidFill>
            <a:srgbClr val="2E3C50"/>
          </a:solidFill>
          <a:ln>
            <a:noFill/>
          </a:ln>
          <a:effectLst>
            <a:outerShdw blurRad="856168" rotWithShape="0" algn="bl">
              <a:schemeClr val="lt1"/>
            </a:outerShdw>
            <a:reflection blurRad="0" dir="5400000" dist="50736" endA="0" endPos="30000" fadeDir="5400012" kx="0" rotWithShape="0" algn="bl" stA="18000" stPos="0" sy="-100000" ky="0"/>
          </a:effectLst>
        </p:spPr>
        <p:txBody>
          <a:bodyPr anchorCtr="0" anchor="ctr" bIns="162350" lIns="162350" spcFirstLastPara="1" rIns="162350" wrap="square" tIns="16235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0"/>
              <a:buFont typeface="Arial"/>
              <a:buNone/>
            </a:pPr>
            <a:r>
              <a:rPr b="1" lang="pt-BR" sz="1669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Participa das ações que fazem sentido</a:t>
            </a:r>
            <a:endParaRPr b="1" i="0" sz="1669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9" name="Google Shape;229;g393037809d4_1_0"/>
          <p:cNvSpPr/>
          <p:nvPr/>
        </p:nvSpPr>
        <p:spPr>
          <a:xfrm>
            <a:off x="155025" y="2562400"/>
            <a:ext cx="3245700" cy="1455000"/>
          </a:xfrm>
          <a:prstGeom prst="homePlate">
            <a:avLst>
              <a:gd fmla="val 31917" name="adj"/>
            </a:avLst>
          </a:prstGeom>
          <a:solidFill>
            <a:srgbClr val="2E3C50"/>
          </a:solidFill>
          <a:ln cap="flat" cmpd="sng" w="9525">
            <a:solidFill>
              <a:srgbClr val="2E3C50"/>
            </a:solidFill>
            <a:prstDash val="solid"/>
            <a:round/>
            <a:headEnd len="sm" w="sm" type="none"/>
            <a:tailEnd len="sm" w="sm" type="none"/>
          </a:ln>
          <a:effectLst>
            <a:outerShdw blurRad="856168" rotWithShape="0" algn="bl">
              <a:schemeClr val="lt1"/>
            </a:outerShdw>
            <a:reflection blurRad="0" dir="5400000" dist="50736" endA="0" endPos="1000" fadeDir="5400012" kx="0" rotWithShape="0" algn="bl" stA="18000" stPos="0" sy="-100000" ky="0"/>
          </a:effectLst>
        </p:spPr>
        <p:txBody>
          <a:bodyPr anchorCtr="0" anchor="ctr" bIns="162350" lIns="162350" spcFirstLastPara="1" rIns="162350" wrap="square" tIns="16235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0"/>
              <a:buFont typeface="Arial"/>
              <a:buNone/>
            </a:pPr>
            <a:r>
              <a:rPr b="1" lang="pt-BR" sz="1669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Recebe o convite</a:t>
            </a:r>
            <a:endParaRPr b="1" i="0" sz="1669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c441a8e93_0_747"/>
          <p:cNvSpPr/>
          <p:nvPr/>
        </p:nvSpPr>
        <p:spPr>
          <a:xfrm rot="-5400000">
            <a:off x="8584815" y="5995191"/>
            <a:ext cx="55200" cy="1076700"/>
          </a:xfrm>
          <a:prstGeom prst="rect">
            <a:avLst/>
          </a:prstGeom>
          <a:solidFill>
            <a:srgbClr val="6AD36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35" name="Google Shape;235;g36c441a8e93_0_747"/>
          <p:cNvSpPr/>
          <p:nvPr/>
        </p:nvSpPr>
        <p:spPr>
          <a:xfrm rot="-5400000">
            <a:off x="2252476" y="6075581"/>
            <a:ext cx="55200" cy="1076700"/>
          </a:xfrm>
          <a:prstGeom prst="rect">
            <a:avLst/>
          </a:prstGeom>
          <a:solidFill>
            <a:srgbClr val="6AD36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6c441a8e93_0_7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6967" y="325876"/>
            <a:ext cx="245033" cy="13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6c441a8e93_0_747"/>
          <p:cNvSpPr txBox="1"/>
          <p:nvPr/>
        </p:nvSpPr>
        <p:spPr>
          <a:xfrm>
            <a:off x="535575" y="2430425"/>
            <a:ext cx="5138700" cy="13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5300">
                <a:solidFill>
                  <a:srgbClr val="6AD36A"/>
                </a:solidFill>
                <a:latin typeface="Work Sans"/>
                <a:ea typeface="Work Sans"/>
                <a:cs typeface="Work Sans"/>
                <a:sym typeface="Work Sans"/>
              </a:rPr>
              <a:t>Vamos crescer juntos?</a:t>
            </a:r>
            <a:endParaRPr b="1" i="0" sz="53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38" name="Google Shape;238;g36c441a8e93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9461" y="2656444"/>
            <a:ext cx="1285498" cy="1124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62c5fd95d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7700" y="0"/>
            <a:ext cx="12361701" cy="6912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2022-11-02T21:58:15Z</dcterms:created>
  <dc:creator>Diorge Lucas da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0x01010026558B1770FFE24ABFE753F6BD619B1D</vt:lpwstr>
  </property>
</Properties>
</file>